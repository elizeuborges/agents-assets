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1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f6d6082f-5c07-042a-17ce-62c134b00bcb}">
          <p14:sldIdLst>
            <p14:sldId id="256"/>
            <p14:sldId id="257"/>
          </p14:sldIdLst>
        </p14:section>
        <p14:section name="Motivação" id="{49418400-89ba-6aa2-ced4-8bcf294e63b0}">
          <p14:sldIdLst>
            <p14:sldId id="258"/>
            <p14:sldId id="259"/>
            <p14:sldId id="260"/>
          </p14:sldIdLst>
        </p14:section>
        <p14:section name="Como funciona" id="{590c5e61-803f-d44a-ed84-06140ec196ab}">
          <p14:sldIdLst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Blocos" id="{f78ff113-a155-dbda-8341-0ea5b66c5e4d}">
          <p14:sldIdLst>
            <p14:sldId id="267"/>
            <p14:sldId id="268"/>
            <p14:sldId id="269"/>
            <p14:sldId id="270"/>
          </p14:sldIdLst>
        </p14:section>
        <p14:section name="Adoção" id="{3a983fcb-5d4c-de76-8dda-59faa1092c69}">
          <p14:sldIdLst>
            <p14:sldId id="271"/>
            <p14:sldId id="272"/>
            <p14:sldId id="273"/>
            <p14:sldId id="274"/>
            <p14:sldId id="275"/>
            <p14:sldId id="27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F4D2A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0F4D2A"/>
                </a:solidFill>
                <a:latin typeface="Calibri"/>
              </a:rPr>
              <a:t>Decks gerados por mês (ilustrativo)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Decks</c:v>
                </c:pt>
              </c:strCache>
            </c:strRef>
          </c:tx>
          <c:spPr>
            <a:solidFill>
              <a:srgbClr val="3FA53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A22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Jul</c:v>
                  </c:pt>
                  <c:pt idx="1">
                    <c:v>Ago</c:v>
                  </c:pt>
                  <c:pt idx="2">
                    <c:v>Set</c:v>
                  </c:pt>
                  <c:pt idx="3">
                    <c:v>Out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</c:v>
                </c:pt>
                <c:pt idx="1">
                  <c:v>9</c:v>
                </c:pt>
                <c:pt idx="2">
                  <c:v>15</c:v>
                </c:pt>
                <c:pt idx="3">
                  <c:v>22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B2A22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A7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E6D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A72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deck é o exemplo da skill: cada slide mostra um tipo de bloco disponível.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agenda é montada a partir dos slides de seção do roteiro.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0F4D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011680"/>
            <a:ext cx="82296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611880"/>
            <a:ext cx="82296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rgbClr val="D5E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0F4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60120"/>
            <a:ext cx="11091672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i="1" dirty="0">
                <a:solidFill>
                  <a:srgbClr val="1E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4" name="Shape 0"/>
          <p:cNvSpPr/>
          <p:nvPr/>
        </p:nvSpPr>
        <p:spPr>
          <a:xfrm>
            <a:off x="548640" y="6336792"/>
            <a:ext cx="11091672" cy="10973"/>
          </a:xfrm>
          <a:prstGeom prst="rect">
            <a:avLst/>
          </a:prstGeom>
          <a:solidFill>
            <a:srgbClr val="DDE6DA"/>
          </a:solidFill>
          <a:ln w="12700">
            <a:solidFill>
              <a:srgbClr val="DDE6DA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Padrão de apresentações  ·  Exemplo gerado pela skill slides-padrao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1.xml"/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01168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Apresentações com identidade visual padrão</a:t>
            </a: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6118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D5E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roteiro em texto vira um deck com a mesma identidade visual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5852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CC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Sua área  ·  Outubro de 2026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0149840" y="1463040"/>
            <a:ext cx="1097280" cy="1097280"/>
          </a:xfrm>
          <a:prstGeom prst="ellipse">
            <a:avLst/>
          </a:prstGeom>
          <a:solidFill>
            <a:srgbClr val="3FA535"/>
          </a:solidFill>
          <a:ln w="12700">
            <a:solidFill>
              <a:srgbClr val="3FA535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35133" y="1748333"/>
            <a:ext cx="526694" cy="52669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784080" y="263347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9326880" y="3383280"/>
            <a:ext cx="1097280" cy="1097280"/>
          </a:xfrm>
          <a:prstGeom prst="ellipse">
            <a:avLst/>
          </a:prstGeom>
          <a:solidFill>
            <a:srgbClr val="3FA535"/>
          </a:solidFill>
          <a:ln w="12700">
            <a:solidFill>
              <a:srgbClr val="3FA535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12173" y="3668573"/>
            <a:ext cx="526694" cy="52669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961120" y="455371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10972800" y="3383280"/>
            <a:ext cx="1097280" cy="1097280"/>
          </a:xfrm>
          <a:prstGeom prst="ellipse">
            <a:avLst/>
          </a:prstGeom>
          <a:solidFill>
            <a:srgbClr val="3FA535"/>
          </a:solidFill>
          <a:ln w="12700">
            <a:solidFill>
              <a:srgbClr val="3FA535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58093" y="3668573"/>
            <a:ext cx="526694" cy="52669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0607040" y="455371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4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48640" y="2002536"/>
            <a:ext cx="7772400" cy="777240"/>
          </a:xfrm>
          <a:prstGeom prst="roundRect">
            <a:avLst>
              <a:gd name="adj" fmla="val 9412"/>
            </a:avLst>
          </a:prstGeom>
          <a:solidFill>
            <a:srgbClr val="EEF5EC"/>
          </a:solidFill>
          <a:ln w="12700">
            <a:solidFill>
              <a:srgbClr val="EEF5EC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13232" y="2162556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DE6D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13232" y="21625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4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1371600" y="2002536"/>
            <a:ext cx="676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4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Motivação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padronizar as apresentações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2907792"/>
            <a:ext cx="7772400" cy="777240"/>
          </a:xfrm>
          <a:prstGeom prst="roundRect">
            <a:avLst>
              <a:gd name="adj" fmla="val 9412"/>
            </a:avLst>
          </a:prstGeom>
          <a:solidFill>
            <a:srgbClr val="EEF5EC"/>
          </a:solidFill>
          <a:ln w="12700">
            <a:solidFill>
              <a:srgbClr val="EEF5E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13232" y="3067812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DE6D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13232" y="30678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4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371600" y="2907792"/>
            <a:ext cx="676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4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funciona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roteiro ao arquivo .pptx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48640" y="3813048"/>
            <a:ext cx="7772400" cy="777240"/>
          </a:xfrm>
          <a:prstGeom prst="roundRect">
            <a:avLst>
              <a:gd name="adj" fmla="val 9412"/>
            </a:avLst>
          </a:prstGeom>
          <a:solidFill>
            <a:srgbClr val="EEF5EC"/>
          </a:solidFill>
          <a:ln w="12700">
            <a:solidFill>
              <a:srgbClr val="EEF5E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13232" y="3973068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DE6D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13232" y="39730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4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1371600" y="3813048"/>
            <a:ext cx="676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4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Blocos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dá para montar com o roteiro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48640" y="4718304"/>
            <a:ext cx="7772400" cy="777240"/>
          </a:xfrm>
          <a:prstGeom prst="roundRect">
            <a:avLst>
              <a:gd name="adj" fmla="val 9412"/>
            </a:avLst>
          </a:prstGeom>
          <a:solidFill>
            <a:srgbClr val="EEF5EC"/>
          </a:solidFill>
          <a:ln w="12700">
            <a:solidFill>
              <a:srgbClr val="EEF5EC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13232" y="4878324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DE6D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13232" y="48783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4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1371600" y="4718304"/>
            <a:ext cx="676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4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Adoção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levar o padrão para o dia a dia</a:t>
            </a:r>
            <a:endParaRPr lang="en-US" sz="1200" dirty="0"/>
          </a:p>
        </p:txBody>
      </p:sp>
      <p:sp>
        <p:nvSpPr>
          <p:cNvPr id="20" name="Text 0"/>
          <p:cNvSpPr/>
          <p:nvPr>
            <p:ph idx="101" type="body" hasCustomPrompt="1"/>
          </p:nvPr>
        </p:nvSpPr>
        <p:spPr>
          <a:xfrm>
            <a:off x="548640" y="96012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01168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Motivação</a:t>
            </a: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6118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D5E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padronizar as apresentações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9509760" y="2468880"/>
            <a:ext cx="1463040" cy="1463040"/>
          </a:xfrm>
          <a:prstGeom prst="ellipse">
            <a:avLst/>
          </a:prstGeom>
          <a:solidFill>
            <a:srgbClr val="3FA535"/>
          </a:solidFill>
          <a:ln w="12700">
            <a:solidFill>
              <a:srgbClr val="3FA535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90150" y="2849270"/>
            <a:ext cx="702259" cy="70225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4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padronizar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6012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1E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apresentação hoje nasce de um arquivo diferente; o padrão garante a mesma identidade sem retrabalho.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706624"/>
            <a:ext cx="3544824" cy="1737360"/>
          </a:xfrm>
          <a:prstGeom prst="roundRect">
            <a:avLst>
              <a:gd name="adj" fmla="val 4211"/>
            </a:avLst>
          </a:prstGeom>
          <a:solidFill>
            <a:srgbClr val="EEF5EC"/>
          </a:solidFill>
          <a:ln w="12700">
            <a:solidFill>
              <a:srgbClr val="EEF5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2907792"/>
            <a:ext cx="530352" cy="530352"/>
          </a:xfrm>
          <a:prstGeom prst="ellipse">
            <a:avLst/>
          </a:prstGeom>
          <a:solidFill>
            <a:srgbClr val="0F4D2A"/>
          </a:solidFill>
          <a:ln w="12700">
            <a:solidFill>
              <a:srgbClr val="0F4D2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7700" y="3045684"/>
            <a:ext cx="254569" cy="25456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17320" y="2907792"/>
            <a:ext cx="24749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4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Mesma identidade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749808" y="3575304"/>
            <a:ext cx="314248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Paleta, fontes, capa e rodapé vêm de um único arquivo de marca, igual para todos.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22064" y="2706624"/>
            <a:ext cx="3544824" cy="1737360"/>
          </a:xfrm>
          <a:prstGeom prst="roundRect">
            <a:avLst>
              <a:gd name="adj" fmla="val 4211"/>
            </a:avLst>
          </a:prstGeom>
          <a:solidFill>
            <a:srgbClr val="EEF5EC"/>
          </a:solidFill>
          <a:ln w="12700">
            <a:solidFill>
              <a:srgbClr val="EEF5E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23232" y="2907792"/>
            <a:ext cx="530352" cy="530352"/>
          </a:xfrm>
          <a:prstGeom prst="ellipse">
            <a:avLst/>
          </a:prstGeom>
          <a:solidFill>
            <a:srgbClr val="0F4D2A"/>
          </a:solidFill>
          <a:ln w="12700">
            <a:solidFill>
              <a:srgbClr val="0F4D2A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1124" y="3045684"/>
            <a:ext cx="254569" cy="254569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190744" y="2907792"/>
            <a:ext cx="24749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4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tempo formatando</a:t>
            </a:r>
            <a:endParaRPr lang="en-US" sz="1450" dirty="0"/>
          </a:p>
        </p:txBody>
      </p:sp>
      <p:sp>
        <p:nvSpPr>
          <p:cNvPr id="13" name="Text 9"/>
          <p:cNvSpPr txBox="1"/>
          <p:nvPr/>
        </p:nvSpPr>
        <p:spPr>
          <a:xfrm>
            <a:off x="4523232" y="3575304"/>
            <a:ext cx="314248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apresenta escreve o conteúdo; o layout já está resolvido.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095488" y="2706624"/>
            <a:ext cx="3544824" cy="1737360"/>
          </a:xfrm>
          <a:prstGeom prst="roundRect">
            <a:avLst>
              <a:gd name="adj" fmla="val 4211"/>
            </a:avLst>
          </a:prstGeom>
          <a:solidFill>
            <a:srgbClr val="0F4D2A"/>
          </a:solidFill>
          <a:ln w="12700">
            <a:solidFill>
              <a:srgbClr val="0F4D2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296656" y="2907792"/>
            <a:ext cx="530352" cy="530352"/>
          </a:xfrm>
          <a:prstGeom prst="ellipse">
            <a:avLst/>
          </a:prstGeom>
          <a:solidFill>
            <a:srgbClr val="3FA535"/>
          </a:solidFill>
          <a:ln w="12700">
            <a:solidFill>
              <a:srgbClr val="3FA535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4548" y="3045684"/>
            <a:ext cx="254569" cy="254569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964168" y="2907792"/>
            <a:ext cx="24749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Pronto para agentes</a:t>
            </a:r>
            <a:endParaRPr lang="en-US" sz="1450" dirty="0"/>
          </a:p>
        </p:txBody>
      </p:sp>
      <p:sp>
        <p:nvSpPr>
          <p:cNvPr id="18" name="Text 13"/>
          <p:cNvSpPr txBox="1"/>
          <p:nvPr/>
        </p:nvSpPr>
        <p:spPr>
          <a:xfrm>
            <a:off x="8296656" y="3575304"/>
            <a:ext cx="314248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agente de IA gera o deck a partir do mesmo roteiro que uma pessoa escreveria.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8640" y="5641848"/>
            <a:ext cx="11091672" cy="621792"/>
          </a:xfrm>
          <a:prstGeom prst="roundRect">
            <a:avLst>
              <a:gd name="adj" fmla="val 11765"/>
            </a:avLst>
          </a:prstGeom>
          <a:solidFill>
            <a:srgbClr val="EEF5EC"/>
          </a:solidFill>
          <a:ln w="12700">
            <a:solidFill>
              <a:srgbClr val="EEF5EC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788152"/>
            <a:ext cx="329184" cy="32918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335024" y="5641848"/>
            <a:ext cx="101224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de ouro: </a:t>
            </a:r>
            <a:pPr indent="0" marL="0">
              <a:buNone/>
            </a:pPr>
            <a:r>
              <a:rPr lang="en-US" sz="1300" dirty="0">
                <a:solidFill>
                  <a:srgbClr val="0F4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slide, uma mensagem. A frase abaixo do título é o que a plateia deve lembrar.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4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e depois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6012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1E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muda para quem monta uma apresentação.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134356" cy="457200"/>
          </a:xfrm>
          <a:prstGeom prst="roundRect">
            <a:avLst>
              <a:gd name="adj" fmla="val 16000"/>
            </a:avLst>
          </a:prstGeom>
          <a:solidFill>
            <a:srgbClr val="D5E8CF"/>
          </a:solidFill>
          <a:ln w="12700">
            <a:solidFill>
              <a:srgbClr val="D5E8C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05956" y="1737360"/>
            <a:ext cx="5134356" cy="457200"/>
          </a:xfrm>
          <a:prstGeom prst="roundRect">
            <a:avLst>
              <a:gd name="adj" fmla="val 16000"/>
            </a:avLst>
          </a:prstGeom>
          <a:solidFill>
            <a:srgbClr val="0F4D2A"/>
          </a:solidFill>
          <a:ln w="12700">
            <a:solidFill>
              <a:srgbClr val="0F4D2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828800"/>
            <a:ext cx="274320" cy="274320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8836" y="1828800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143000" y="1737360"/>
            <a:ext cx="44028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4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7100316" y="1737360"/>
            <a:ext cx="44028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a skill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548640" y="2304288"/>
            <a:ext cx="5134356" cy="731520"/>
          </a:xfrm>
          <a:prstGeom prst="roundRect">
            <a:avLst>
              <a:gd name="adj" fmla="val 10000"/>
            </a:avLst>
          </a:prstGeom>
          <a:solidFill>
            <a:srgbClr val="F4F6F5"/>
          </a:solidFill>
          <a:ln w="12700">
            <a:solidFill>
              <a:srgbClr val="F4F6F5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31520" y="2304288"/>
            <a:ext cx="48143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pessoa parte de um arquivo antigo</a:t>
            </a:r>
            <a:endParaRPr lang="en-US" sz="12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7316" y="2551176"/>
            <a:ext cx="274320" cy="27432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6505956" y="2304288"/>
            <a:ext cx="5134356" cy="731520"/>
          </a:xfrm>
          <a:prstGeom prst="roundRect">
            <a:avLst>
              <a:gd name="adj" fmla="val 10000"/>
            </a:avLst>
          </a:prstGeom>
          <a:solidFill>
            <a:srgbClr val="EEF5EC"/>
          </a:solidFill>
          <a:ln w="12700">
            <a:solidFill>
              <a:srgbClr val="EEF5EC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6688836" y="2304288"/>
            <a:ext cx="48143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partem do mesmo padrão, versionado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548640" y="3127248"/>
            <a:ext cx="5134356" cy="731520"/>
          </a:xfrm>
          <a:prstGeom prst="roundRect">
            <a:avLst>
              <a:gd name="adj" fmla="val 10000"/>
            </a:avLst>
          </a:prstGeom>
          <a:solidFill>
            <a:srgbClr val="F4F6F5"/>
          </a:solidFill>
          <a:ln w="12700">
            <a:solidFill>
              <a:srgbClr val="F4F6F5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731520" y="3127248"/>
            <a:ext cx="48143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Cores e fontes ajustadas à mão</a:t>
            </a:r>
            <a:endParaRPr lang="en-US" sz="125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7316" y="3374136"/>
            <a:ext cx="274320" cy="274320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6505956" y="3127248"/>
            <a:ext cx="5134356" cy="731520"/>
          </a:xfrm>
          <a:prstGeom prst="roundRect">
            <a:avLst>
              <a:gd name="adj" fmla="val 10000"/>
            </a:avLst>
          </a:prstGeom>
          <a:solidFill>
            <a:srgbClr val="EEF5EC"/>
          </a:solidFill>
          <a:ln w="12700">
            <a:solidFill>
              <a:srgbClr val="EEF5EC"/>
            </a:solidFill>
            <a:prstDash val="solid"/>
          </a:ln>
        </p:spPr>
      </p:sp>
      <p:sp>
        <p:nvSpPr>
          <p:cNvPr id="19" name="Text 13"/>
          <p:cNvSpPr txBox="1"/>
          <p:nvPr/>
        </p:nvSpPr>
        <p:spPr>
          <a:xfrm>
            <a:off x="6688836" y="3127248"/>
            <a:ext cx="48143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Cores e fontes vêm do arquivo de marca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548640" y="3950208"/>
            <a:ext cx="5134356" cy="731520"/>
          </a:xfrm>
          <a:prstGeom prst="roundRect">
            <a:avLst>
              <a:gd name="adj" fmla="val 10000"/>
            </a:avLst>
          </a:prstGeom>
          <a:solidFill>
            <a:srgbClr val="F4F6F5"/>
          </a:solidFill>
          <a:ln w="12700">
            <a:solidFill>
              <a:srgbClr val="F4F6F5"/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731520" y="3950208"/>
            <a:ext cx="48143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Trocar o template exige refazer slides</a:t>
            </a:r>
            <a:endParaRPr lang="en-US" sz="1250" dirty="0"/>
          </a:p>
        </p:txBody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57316" y="4197096"/>
            <a:ext cx="274320" cy="274320"/>
          </a:xfrm>
          <a:prstGeom prst="rect">
            <a:avLst/>
          </a:prstGeom>
        </p:spPr>
      </p:pic>
      <p:sp>
        <p:nvSpPr>
          <p:cNvPr id="23" name="Shape 16"/>
          <p:cNvSpPr/>
          <p:nvPr/>
        </p:nvSpPr>
        <p:spPr>
          <a:xfrm>
            <a:off x="6505956" y="3950208"/>
            <a:ext cx="5134356" cy="731520"/>
          </a:xfrm>
          <a:prstGeom prst="roundRect">
            <a:avLst>
              <a:gd name="adj" fmla="val 10000"/>
            </a:avLst>
          </a:prstGeom>
          <a:solidFill>
            <a:srgbClr val="EEF5EC"/>
          </a:solidFill>
          <a:ln w="12700">
            <a:solidFill>
              <a:srgbClr val="EEF5EC"/>
            </a:solidFill>
            <a:prstDash val="solid"/>
          </a:ln>
        </p:spPr>
      </p:sp>
      <p:sp>
        <p:nvSpPr>
          <p:cNvPr id="24" name="Text 17"/>
          <p:cNvSpPr txBox="1"/>
          <p:nvPr/>
        </p:nvSpPr>
        <p:spPr>
          <a:xfrm>
            <a:off x="6688836" y="3950208"/>
            <a:ext cx="48143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Trocar o template é atualizar um arquivo e gerar de novo</a:t>
            </a:r>
            <a:endParaRPr lang="en-US" sz="1250" dirty="0"/>
          </a:p>
        </p:txBody>
      </p:sp>
      <p:sp>
        <p:nvSpPr>
          <p:cNvPr id="25" name="Shape 18"/>
          <p:cNvSpPr/>
          <p:nvPr/>
        </p:nvSpPr>
        <p:spPr>
          <a:xfrm>
            <a:off x="548640" y="4773168"/>
            <a:ext cx="5134356" cy="731520"/>
          </a:xfrm>
          <a:prstGeom prst="roundRect">
            <a:avLst>
              <a:gd name="adj" fmla="val 10000"/>
            </a:avLst>
          </a:prstGeom>
          <a:solidFill>
            <a:srgbClr val="F4F6F5"/>
          </a:solidFill>
          <a:ln w="12700">
            <a:solidFill>
              <a:srgbClr val="F4F6F5"/>
            </a:solidFill>
            <a:prstDash val="solid"/>
          </a:ln>
        </p:spPr>
      </p:sp>
      <p:sp>
        <p:nvSpPr>
          <p:cNvPr id="26" name="Text 19"/>
          <p:cNvSpPr txBox="1"/>
          <p:nvPr/>
        </p:nvSpPr>
        <p:spPr>
          <a:xfrm>
            <a:off x="731520" y="4773168"/>
            <a:ext cx="48143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Agentes de IA geram slides sem identidade</a:t>
            </a:r>
            <a:endParaRPr lang="en-US" sz="1250" dirty="0"/>
          </a:p>
        </p:txBody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57316" y="5020056"/>
            <a:ext cx="274320" cy="274320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6505956" y="4773168"/>
            <a:ext cx="5134356" cy="731520"/>
          </a:xfrm>
          <a:prstGeom prst="roundRect">
            <a:avLst>
              <a:gd name="adj" fmla="val 10000"/>
            </a:avLst>
          </a:prstGeom>
          <a:solidFill>
            <a:srgbClr val="EEF5EC"/>
          </a:solidFill>
          <a:ln w="12700">
            <a:solidFill>
              <a:srgbClr val="EEF5EC"/>
            </a:solidFill>
            <a:prstDash val="solid"/>
          </a:ln>
        </p:spPr>
      </p:sp>
      <p:sp>
        <p:nvSpPr>
          <p:cNvPr id="29" name="Text 21"/>
          <p:cNvSpPr txBox="1"/>
          <p:nvPr/>
        </p:nvSpPr>
        <p:spPr>
          <a:xfrm>
            <a:off x="6688836" y="4773168"/>
            <a:ext cx="48143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Agentes usam a mesma skill e o mesmo roteiro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01168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funciona</a:t>
            </a: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6118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D5E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roteiro ao arquivo .pptx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9509760" y="2468880"/>
            <a:ext cx="1463040" cy="1463040"/>
          </a:xfrm>
          <a:prstGeom prst="ellipse">
            <a:avLst/>
          </a:prstGeom>
          <a:solidFill>
            <a:srgbClr val="3FA535"/>
          </a:solidFill>
          <a:ln w="12700">
            <a:solidFill>
              <a:srgbClr val="3FA535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90150" y="2849270"/>
            <a:ext cx="702259" cy="70225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4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2002536"/>
            <a:ext cx="7772400" cy="777240"/>
          </a:xfrm>
          <a:prstGeom prst="roundRect">
            <a:avLst>
              <a:gd name="adj" fmla="val 9412"/>
            </a:avLst>
          </a:prstGeom>
          <a:solidFill>
            <a:srgbClr val="EEF5EC"/>
          </a:solidFill>
          <a:ln w="12700">
            <a:solidFill>
              <a:srgbClr val="EEF5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" y="2162556"/>
            <a:ext cx="457200" cy="457200"/>
          </a:xfrm>
          <a:prstGeom prst="ellipse">
            <a:avLst/>
          </a:prstGeom>
          <a:solidFill>
            <a:srgbClr val="D5E8CF"/>
          </a:solidFill>
          <a:ln w="12700">
            <a:solidFill>
              <a:srgbClr val="DDE6D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13232" y="21625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4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2002536"/>
            <a:ext cx="676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Motivação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padronizar as apresentações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907792"/>
            <a:ext cx="7772400" cy="777240"/>
          </a:xfrm>
          <a:prstGeom prst="roundRect">
            <a:avLst>
              <a:gd name="adj" fmla="val 9412"/>
            </a:avLst>
          </a:prstGeom>
          <a:solidFill>
            <a:srgbClr val="0F4D2A"/>
          </a:solidFill>
          <a:ln w="12700">
            <a:solidFill>
              <a:srgbClr val="0F4D2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3232" y="3067812"/>
            <a:ext cx="457200" cy="457200"/>
          </a:xfrm>
          <a:prstGeom prst="ellipse">
            <a:avLst/>
          </a:prstGeom>
          <a:solidFill>
            <a:srgbClr val="3FA535"/>
          </a:solidFill>
          <a:ln w="12700">
            <a:solidFill>
              <a:srgbClr val="3FA53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3232" y="30678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2907792"/>
            <a:ext cx="676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funciona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D5E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roteiro ao arquivo .pptx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813048"/>
            <a:ext cx="7772400" cy="777240"/>
          </a:xfrm>
          <a:prstGeom prst="roundRect">
            <a:avLst>
              <a:gd name="adj" fmla="val 9412"/>
            </a:avLst>
          </a:prstGeom>
          <a:solidFill>
            <a:srgbClr val="EEF5EC"/>
          </a:solidFill>
          <a:ln w="12700">
            <a:solidFill>
              <a:srgbClr val="EEF5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13232" y="3973068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DE6D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13232" y="39730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4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3813048"/>
            <a:ext cx="676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4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Blocos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dá para montar com o roteiro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718304"/>
            <a:ext cx="7772400" cy="777240"/>
          </a:xfrm>
          <a:prstGeom prst="roundRect">
            <a:avLst>
              <a:gd name="adj" fmla="val 9412"/>
            </a:avLst>
          </a:prstGeom>
          <a:solidFill>
            <a:srgbClr val="EEF5EC"/>
          </a:solidFill>
          <a:ln w="12700">
            <a:solidFill>
              <a:srgbClr val="EEF5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3232" y="4878324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DE6D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13232" y="48783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4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4718304"/>
            <a:ext cx="676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4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Adoção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levar o padrão para o dia a dia</a:t>
            </a:r>
            <a:endParaRPr lang="en-US" sz="1200" dirty="0"/>
          </a:p>
        </p:txBody>
      </p:sp>
      <p:sp>
        <p:nvSpPr>
          <p:cNvPr id="19" name="Text 0"/>
          <p:cNvSpPr/>
          <p:nvPr>
            <p:ph idx="101" type="body" hasCustomPrompt="1"/>
          </p:nvPr>
        </p:nvSpPr>
        <p:spPr>
          <a:xfrm>
            <a:off x="548640" y="96012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4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 skill reúne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6012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1E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só pacote liga a identidade visual, o roteiro e quem gera o deck.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206240" y="2446020"/>
            <a:ext cx="932688" cy="1051560"/>
          </a:xfrm>
          <a:prstGeom prst="line">
            <a:avLst/>
          </a:prstGeom>
          <a:noFill/>
          <a:ln w="19050">
            <a:solidFill>
              <a:srgbClr val="D5E8C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60220"/>
            <a:ext cx="3657600" cy="1371600"/>
          </a:xfrm>
          <a:prstGeom prst="roundRect">
            <a:avLst>
              <a:gd name="adj" fmla="val 5333"/>
            </a:avLst>
          </a:prstGeom>
          <a:solidFill>
            <a:srgbClr val="EEF5EC"/>
          </a:solidFill>
          <a:ln w="12700">
            <a:solidFill>
              <a:srgbClr val="EEF5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1897380"/>
            <a:ext cx="457200" cy="457200"/>
          </a:xfrm>
          <a:prstGeom prst="ellipse">
            <a:avLst/>
          </a:prstGeom>
          <a:solidFill>
            <a:srgbClr val="0F4D2A"/>
          </a:solidFill>
          <a:ln w="12700">
            <a:solidFill>
              <a:srgbClr val="0F4D2A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2016252"/>
            <a:ext cx="219456" cy="21945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307592" y="189738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4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JSON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713232" y="2427732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conteúdo de cada slide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206240" y="4000500"/>
            <a:ext cx="932688" cy="914"/>
          </a:xfrm>
          <a:prstGeom prst="line">
            <a:avLst/>
          </a:prstGeom>
          <a:noFill/>
          <a:ln w="19050">
            <a:solidFill>
              <a:srgbClr val="D5E8C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48640" y="3314700"/>
            <a:ext cx="3657600" cy="1371600"/>
          </a:xfrm>
          <a:prstGeom prst="roundRect">
            <a:avLst>
              <a:gd name="adj" fmla="val 5333"/>
            </a:avLst>
          </a:prstGeom>
          <a:solidFill>
            <a:srgbClr val="EEF5EC"/>
          </a:solidFill>
          <a:ln w="12700">
            <a:solidFill>
              <a:srgbClr val="EEF5E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13232" y="3451860"/>
            <a:ext cx="457200" cy="457200"/>
          </a:xfrm>
          <a:prstGeom prst="ellipse">
            <a:avLst/>
          </a:prstGeom>
          <a:solidFill>
            <a:srgbClr val="0F4D2A"/>
          </a:solidFill>
          <a:ln w="12700">
            <a:solidFill>
              <a:srgbClr val="0F4D2A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" y="3570732"/>
            <a:ext cx="219456" cy="21945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307592" y="34518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4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da marca</a:t>
            </a:r>
            <a:endParaRPr lang="en-US" sz="1350" dirty="0"/>
          </a:p>
        </p:txBody>
      </p:sp>
      <p:sp>
        <p:nvSpPr>
          <p:cNvPr id="15" name="Text 11"/>
          <p:cNvSpPr txBox="1"/>
          <p:nvPr/>
        </p:nvSpPr>
        <p:spPr>
          <a:xfrm>
            <a:off x="713232" y="3982212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Paleta, fontes, rodapé e logo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 flipV="1">
            <a:off x="4206240" y="4503420"/>
            <a:ext cx="932688" cy="1051560"/>
          </a:xfrm>
          <a:prstGeom prst="line">
            <a:avLst/>
          </a:prstGeom>
          <a:noFill/>
          <a:ln w="19050">
            <a:solidFill>
              <a:srgbClr val="D5E8CF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548640" y="4869180"/>
            <a:ext cx="3657600" cy="1371600"/>
          </a:xfrm>
          <a:prstGeom prst="roundRect">
            <a:avLst>
              <a:gd name="adj" fmla="val 5333"/>
            </a:avLst>
          </a:prstGeom>
          <a:solidFill>
            <a:srgbClr val="EEF5EC"/>
          </a:solidFill>
          <a:ln w="12700">
            <a:solidFill>
              <a:srgbClr val="EEF5EC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713232" y="5006340"/>
            <a:ext cx="457200" cy="457200"/>
          </a:xfrm>
          <a:prstGeom prst="ellipse">
            <a:avLst/>
          </a:prstGeom>
          <a:solidFill>
            <a:srgbClr val="0F4D2A"/>
          </a:solidFill>
          <a:ln w="12700">
            <a:solidFill>
              <a:srgbClr val="0F4D2A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5125212"/>
            <a:ext cx="219456" cy="219456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307592" y="500634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4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.potx</a:t>
            </a:r>
            <a:endParaRPr lang="en-US" sz="1350" dirty="0"/>
          </a:p>
        </p:txBody>
      </p:sp>
      <p:sp>
        <p:nvSpPr>
          <p:cNvPr id="21" name="Text 16"/>
          <p:cNvSpPr txBox="1"/>
          <p:nvPr/>
        </p:nvSpPr>
        <p:spPr>
          <a:xfrm>
            <a:off x="713232" y="5536692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 opcional dos tokens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 flipV="1">
            <a:off x="7050024" y="2446020"/>
            <a:ext cx="932688" cy="1051560"/>
          </a:xfrm>
          <a:prstGeom prst="line">
            <a:avLst/>
          </a:prstGeom>
          <a:noFill/>
          <a:ln w="19050">
            <a:solidFill>
              <a:srgbClr val="D5E8CF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982712" y="1760220"/>
            <a:ext cx="3657600" cy="1371600"/>
          </a:xfrm>
          <a:prstGeom prst="roundRect">
            <a:avLst>
              <a:gd name="adj" fmla="val 5333"/>
            </a:avLst>
          </a:prstGeom>
          <a:solidFill>
            <a:srgbClr val="EEF5EC"/>
          </a:solidFill>
          <a:ln w="12700">
            <a:solidFill>
              <a:srgbClr val="EEF5EC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8147304" y="1897380"/>
            <a:ext cx="457200" cy="457200"/>
          </a:xfrm>
          <a:prstGeom prst="ellipse">
            <a:avLst/>
          </a:prstGeom>
          <a:solidFill>
            <a:srgbClr val="0F4D2A"/>
          </a:solidFill>
          <a:ln w="12700">
            <a:solidFill>
              <a:srgbClr val="0F4D2A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6176" y="2016252"/>
            <a:ext cx="219456" cy="219456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8741664" y="189738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4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Agentes</a:t>
            </a:r>
            <a:endParaRPr lang="en-US" sz="1350" dirty="0"/>
          </a:p>
        </p:txBody>
      </p:sp>
      <p:sp>
        <p:nvSpPr>
          <p:cNvPr id="27" name="Text 21"/>
          <p:cNvSpPr txBox="1"/>
          <p:nvPr/>
        </p:nvSpPr>
        <p:spPr>
          <a:xfrm>
            <a:off x="8147304" y="2427732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Claude, Copilot e outros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7050024" y="4000500"/>
            <a:ext cx="932688" cy="914"/>
          </a:xfrm>
          <a:prstGeom prst="line">
            <a:avLst/>
          </a:prstGeom>
          <a:noFill/>
          <a:ln w="19050">
            <a:solidFill>
              <a:srgbClr val="D5E8CF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7982712" y="3314700"/>
            <a:ext cx="3657600" cy="1371600"/>
          </a:xfrm>
          <a:prstGeom prst="roundRect">
            <a:avLst>
              <a:gd name="adj" fmla="val 5333"/>
            </a:avLst>
          </a:prstGeom>
          <a:solidFill>
            <a:srgbClr val="EEF5EC"/>
          </a:solidFill>
          <a:ln w="12700">
            <a:solidFill>
              <a:srgbClr val="EEF5EC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8147304" y="3451860"/>
            <a:ext cx="457200" cy="457200"/>
          </a:xfrm>
          <a:prstGeom prst="ellipse">
            <a:avLst/>
          </a:prstGeom>
          <a:solidFill>
            <a:srgbClr val="0F4D2A"/>
          </a:solidFill>
          <a:ln w="12700">
            <a:solidFill>
              <a:srgbClr val="0F4D2A"/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6176" y="3570732"/>
            <a:ext cx="219456" cy="219456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8741664" y="34518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4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Pessoas</a:t>
            </a:r>
            <a:endParaRPr lang="en-US" sz="1350" dirty="0"/>
          </a:p>
        </p:txBody>
      </p:sp>
      <p:sp>
        <p:nvSpPr>
          <p:cNvPr id="33" name="Text 26"/>
          <p:cNvSpPr txBox="1"/>
          <p:nvPr/>
        </p:nvSpPr>
        <p:spPr>
          <a:xfrm>
            <a:off x="8147304" y="3982212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Rodam um comando</a:t>
            </a:r>
            <a:endParaRPr lang="en-US" sz="1050" dirty="0"/>
          </a:p>
        </p:txBody>
      </p:sp>
      <p:sp>
        <p:nvSpPr>
          <p:cNvPr id="34" name="Shape 27"/>
          <p:cNvSpPr/>
          <p:nvPr/>
        </p:nvSpPr>
        <p:spPr>
          <a:xfrm>
            <a:off x="7050024" y="4503420"/>
            <a:ext cx="932688" cy="1051560"/>
          </a:xfrm>
          <a:prstGeom prst="line">
            <a:avLst/>
          </a:prstGeom>
          <a:noFill/>
          <a:ln w="19050">
            <a:solidFill>
              <a:srgbClr val="D5E8CF"/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7982712" y="4869180"/>
            <a:ext cx="3657600" cy="1371600"/>
          </a:xfrm>
          <a:prstGeom prst="roundRect">
            <a:avLst>
              <a:gd name="adj" fmla="val 5333"/>
            </a:avLst>
          </a:prstGeom>
          <a:solidFill>
            <a:srgbClr val="EEF5EC"/>
          </a:solidFill>
          <a:ln w="12700">
            <a:solidFill>
              <a:srgbClr val="EEF5EC"/>
            </a:solidFill>
            <a:prstDash val="solid"/>
          </a:ln>
        </p:spPr>
      </p:sp>
      <p:sp>
        <p:nvSpPr>
          <p:cNvPr id="36" name="Shape 29"/>
          <p:cNvSpPr/>
          <p:nvPr/>
        </p:nvSpPr>
        <p:spPr>
          <a:xfrm>
            <a:off x="8147304" y="5006340"/>
            <a:ext cx="457200" cy="457200"/>
          </a:xfrm>
          <a:prstGeom prst="ellipse">
            <a:avLst/>
          </a:prstGeom>
          <a:solidFill>
            <a:srgbClr val="0F4D2A"/>
          </a:solidFill>
          <a:ln w="12700">
            <a:solidFill>
              <a:srgbClr val="0F4D2A"/>
            </a:solidFill>
            <a:prstDash val="solid"/>
          </a:ln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66176" y="5125212"/>
            <a:ext cx="219456" cy="219456"/>
          </a:xfrm>
          <a:prstGeom prst="rect">
            <a:avLst/>
          </a:prstGeom>
        </p:spPr>
      </p:pic>
      <p:sp>
        <p:nvSpPr>
          <p:cNvPr id="38" name="Text 30"/>
          <p:cNvSpPr txBox="1"/>
          <p:nvPr/>
        </p:nvSpPr>
        <p:spPr>
          <a:xfrm>
            <a:off x="8741664" y="500634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4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Biblioteca</a:t>
            </a:r>
            <a:endParaRPr lang="en-US" sz="1350" dirty="0"/>
          </a:p>
        </p:txBody>
      </p:sp>
      <p:sp>
        <p:nvSpPr>
          <p:cNvPr id="39" name="Text 31"/>
          <p:cNvSpPr txBox="1"/>
          <p:nvPr/>
        </p:nvSpPr>
        <p:spPr>
          <a:xfrm>
            <a:off x="8147304" y="5536692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Layouts sob medida</a:t>
            </a:r>
            <a:endParaRPr lang="en-US" sz="1050" dirty="0"/>
          </a:p>
        </p:txBody>
      </p:sp>
      <p:sp>
        <p:nvSpPr>
          <p:cNvPr id="40" name="Shape 32"/>
          <p:cNvSpPr/>
          <p:nvPr/>
        </p:nvSpPr>
        <p:spPr>
          <a:xfrm>
            <a:off x="5088636" y="2994660"/>
            <a:ext cx="2011680" cy="2011680"/>
          </a:xfrm>
          <a:prstGeom prst="ellipse">
            <a:avLst/>
          </a:prstGeom>
          <a:solidFill>
            <a:srgbClr val="3FA535"/>
          </a:solidFill>
          <a:ln w="38100">
            <a:solidFill>
              <a:srgbClr val="FFFFFF"/>
            </a:solidFill>
            <a:prstDash val="solid"/>
          </a:ln>
        </p:spPr>
      </p:sp>
      <p:pic>
        <p:nvPicPr>
          <p:cNvPr id="4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93308" y="3376879"/>
            <a:ext cx="402336" cy="402336"/>
          </a:xfrm>
          <a:prstGeom prst="rect">
            <a:avLst/>
          </a:prstGeom>
        </p:spPr>
      </p:pic>
      <p:sp>
        <p:nvSpPr>
          <p:cNvPr id="42" name="Text 33"/>
          <p:cNvSpPr txBox="1"/>
          <p:nvPr/>
        </p:nvSpPr>
        <p:spPr>
          <a:xfrm>
            <a:off x="5180076" y="3268980"/>
            <a:ext cx="1828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slides-padrao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4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as partes se ligam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6012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1E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gerador junta o roteiro e a identidade visual; a conferência volta para o roteiro.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606040"/>
            <a:ext cx="2395728" cy="1188720"/>
          </a:xfrm>
          <a:prstGeom prst="roundRect">
            <a:avLst>
              <a:gd name="adj" fmla="val 6154"/>
            </a:avLst>
          </a:prstGeom>
          <a:solidFill>
            <a:srgbClr val="EEF5EC"/>
          </a:solidFill>
          <a:ln w="12700">
            <a:solidFill>
              <a:srgbClr val="EEF5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2606040"/>
            <a:ext cx="21762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4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roteiro.json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4206240"/>
            <a:ext cx="2395728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5875">
            <a:solidFill>
              <a:srgbClr val="1E6B52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658368" y="4206240"/>
            <a:ext cx="21762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4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Identidade visual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brand/tokens.json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47288" y="2606040"/>
            <a:ext cx="2395728" cy="2788920"/>
          </a:xfrm>
          <a:prstGeom prst="roundRect">
            <a:avLst>
              <a:gd name="adj" fmla="val 3053"/>
            </a:avLst>
          </a:prstGeom>
          <a:solidFill>
            <a:srgbClr val="0F4D2A"/>
          </a:solidFill>
          <a:ln w="12700">
            <a:solidFill>
              <a:srgbClr val="0F4D2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57016" y="2606040"/>
            <a:ext cx="2176272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Gerador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D5E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build-from-spec.js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45936" y="2606040"/>
            <a:ext cx="2395728" cy="1188720"/>
          </a:xfrm>
          <a:prstGeom prst="roundRect">
            <a:avLst>
              <a:gd name="adj" fmla="val 6154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55664" y="2606040"/>
            <a:ext cx="21762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D5E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saida.pptx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244584" y="2606040"/>
            <a:ext cx="2395728" cy="1188720"/>
          </a:xfrm>
          <a:prstGeom prst="roundRect">
            <a:avLst>
              <a:gd name="adj" fmla="val 6154"/>
            </a:avLst>
          </a:prstGeom>
          <a:solidFill>
            <a:srgbClr val="EEF5EC"/>
          </a:solidFill>
          <a:ln w="12700">
            <a:solidFill>
              <a:srgbClr val="EEF5E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354312" y="2606040"/>
            <a:ext cx="21762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4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Conferência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render.js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345936" y="4206240"/>
            <a:ext cx="5294376" cy="1188720"/>
          </a:xfrm>
          <a:prstGeom prst="roundRect">
            <a:avLst>
              <a:gd name="adj" fmla="val 6154"/>
            </a:avLst>
          </a:prstGeom>
          <a:solidFill>
            <a:srgbClr val="EEF5EC"/>
          </a:solidFill>
          <a:ln w="12700">
            <a:solidFill>
              <a:srgbClr val="EEF5E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55664" y="4206240"/>
            <a:ext cx="5074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4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Revisão humana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 o roteiro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944368" y="3200400"/>
            <a:ext cx="502920" cy="0"/>
          </a:xfrm>
          <a:prstGeom prst="line">
            <a:avLst/>
          </a:prstGeom>
          <a:noFill/>
          <a:ln w="19050">
            <a:solidFill>
              <a:srgbClr val="6B7A72"/>
            </a:solidFill>
            <a:prstDash val="solid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2578608" y="290779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conteúdo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944368" y="4800600"/>
            <a:ext cx="502920" cy="0"/>
          </a:xfrm>
          <a:prstGeom prst="line">
            <a:avLst/>
          </a:prstGeom>
          <a:noFill/>
          <a:ln w="19050">
            <a:solidFill>
              <a:srgbClr val="6B7A72"/>
            </a:solidFill>
            <a:prstDash val="solid"/>
            <a:tailEnd type="triangle"/>
          </a:ln>
        </p:spPr>
      </p:sp>
      <p:sp>
        <p:nvSpPr>
          <p:cNvPr id="19" name="Text 17"/>
          <p:cNvSpPr txBox="1"/>
          <p:nvPr/>
        </p:nvSpPr>
        <p:spPr>
          <a:xfrm>
            <a:off x="2578608" y="450799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estilo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843016" y="3200400"/>
            <a:ext cx="502920" cy="0"/>
          </a:xfrm>
          <a:prstGeom prst="line">
            <a:avLst/>
          </a:prstGeom>
          <a:noFill/>
          <a:ln w="19050">
            <a:solidFill>
              <a:srgbClr val="6B7A72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741664" y="3200400"/>
            <a:ext cx="502920" cy="0"/>
          </a:xfrm>
          <a:prstGeom prst="line">
            <a:avLst/>
          </a:prstGeom>
          <a:noFill/>
          <a:ln w="19050">
            <a:solidFill>
              <a:srgbClr val="6B7A72"/>
            </a:solidFill>
            <a:prstDash val="solid"/>
            <a:tailEnd type="triangle"/>
          </a:ln>
        </p:spPr>
      </p:sp>
      <p:sp>
        <p:nvSpPr>
          <p:cNvPr id="22" name="Text 20"/>
          <p:cNvSpPr txBox="1"/>
          <p:nvPr/>
        </p:nvSpPr>
        <p:spPr>
          <a:xfrm>
            <a:off x="8375904" y="290779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0442448" y="3794760"/>
            <a:ext cx="0" cy="411480"/>
          </a:xfrm>
          <a:prstGeom prst="line">
            <a:avLst/>
          </a:prstGeom>
          <a:noFill/>
          <a:ln w="19050">
            <a:solidFill>
              <a:srgbClr val="6B7A72"/>
            </a:solidFill>
            <a:prstDash val="solid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4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roteiro ao deck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6012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1E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Quatro passos, e o último é sempre uma revisão humana.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532888" cy="2148840"/>
          </a:xfrm>
          <a:prstGeom prst="roundRect">
            <a:avLst>
              <a:gd name="adj" fmla="val 3404"/>
            </a:avLst>
          </a:prstGeom>
          <a:solidFill>
            <a:srgbClr val="EEF5EC"/>
          </a:solidFill>
          <a:ln w="12700">
            <a:solidFill>
              <a:srgbClr val="EEF5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40764" y="1920240"/>
            <a:ext cx="548640" cy="548640"/>
          </a:xfrm>
          <a:prstGeom prst="ellipse">
            <a:avLst/>
          </a:prstGeom>
          <a:solidFill>
            <a:srgbClr val="0F4D2A"/>
          </a:solidFill>
          <a:ln w="12700">
            <a:solidFill>
              <a:srgbClr val="0F4D2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83410" y="2062886"/>
            <a:ext cx="263347" cy="26334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58368" y="2560320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4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Roteiro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3035808"/>
            <a:ext cx="23134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Título, mensagem e blocos de cada slide, em JSON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108960" y="2811780"/>
            <a:ext cx="265176" cy="0"/>
          </a:xfrm>
          <a:prstGeom prst="line">
            <a:avLst/>
          </a:prstGeom>
          <a:noFill/>
          <a:ln w="19050">
            <a:solidFill>
              <a:srgbClr val="6B7A72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3401568" y="1737360"/>
            <a:ext cx="2532888" cy="2148840"/>
          </a:xfrm>
          <a:prstGeom prst="roundRect">
            <a:avLst>
              <a:gd name="adj" fmla="val 3404"/>
            </a:avLst>
          </a:prstGeom>
          <a:solidFill>
            <a:srgbClr val="0F4D2A"/>
          </a:solidFill>
          <a:ln w="12700">
            <a:solidFill>
              <a:srgbClr val="0F4D2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393692" y="192024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6338" y="2062886"/>
            <a:ext cx="263347" cy="263347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511296" y="2560320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Geração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3511296" y="3035808"/>
            <a:ext cx="23134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skill aplica layouts, cores e fontes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961888" y="2811780"/>
            <a:ext cx="265176" cy="0"/>
          </a:xfrm>
          <a:prstGeom prst="line">
            <a:avLst/>
          </a:prstGeom>
          <a:noFill/>
          <a:ln w="19050">
            <a:solidFill>
              <a:srgbClr val="6B7A72"/>
            </a:solidFill>
            <a:prstDash val="solid"/>
            <a:tailEnd type="triangle"/>
          </a:ln>
        </p:spPr>
      </p:sp>
      <p:sp>
        <p:nvSpPr>
          <p:cNvPr id="16" name="Shape 12"/>
          <p:cNvSpPr/>
          <p:nvPr/>
        </p:nvSpPr>
        <p:spPr>
          <a:xfrm>
            <a:off x="6254496" y="1737360"/>
            <a:ext cx="2532888" cy="2148840"/>
          </a:xfrm>
          <a:prstGeom prst="roundRect">
            <a:avLst>
              <a:gd name="adj" fmla="val 3404"/>
            </a:avLst>
          </a:prstGeom>
          <a:solidFill>
            <a:srgbClr val="EEF5EC"/>
          </a:solidFill>
          <a:ln w="12700">
            <a:solidFill>
              <a:srgbClr val="EEF5EC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7246620" y="1920240"/>
            <a:ext cx="548640" cy="548640"/>
          </a:xfrm>
          <a:prstGeom prst="ellipse">
            <a:avLst/>
          </a:prstGeom>
          <a:solidFill>
            <a:srgbClr val="0F4D2A"/>
          </a:solidFill>
          <a:ln w="12700">
            <a:solidFill>
              <a:srgbClr val="0F4D2A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9266" y="2062886"/>
            <a:ext cx="263347" cy="263347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364224" y="2560320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4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Conferência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6364224" y="3035808"/>
            <a:ext cx="23134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Imagens de cada slide para revisar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8814816" y="2811780"/>
            <a:ext cx="265176" cy="0"/>
          </a:xfrm>
          <a:prstGeom prst="line">
            <a:avLst/>
          </a:prstGeom>
          <a:noFill/>
          <a:ln w="19050">
            <a:solidFill>
              <a:srgbClr val="6B7A72"/>
            </a:solidFill>
            <a:prstDash val="solid"/>
            <a:tailEnd type="triangle"/>
          </a:ln>
        </p:spPr>
      </p:sp>
      <p:sp>
        <p:nvSpPr>
          <p:cNvPr id="22" name="Shape 17"/>
          <p:cNvSpPr/>
          <p:nvPr/>
        </p:nvSpPr>
        <p:spPr>
          <a:xfrm>
            <a:off x="9107424" y="1737360"/>
            <a:ext cx="2532888" cy="2148840"/>
          </a:xfrm>
          <a:prstGeom prst="roundRect">
            <a:avLst>
              <a:gd name="adj" fmla="val 3404"/>
            </a:avLst>
          </a:prstGeom>
          <a:solidFill>
            <a:srgbClr val="3FA535"/>
          </a:solidFill>
          <a:ln w="12700">
            <a:solidFill>
              <a:srgbClr val="3FA535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10099548" y="192024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2194" y="2062886"/>
            <a:ext cx="263347" cy="263347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9217152" y="2560320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Revisão</a:t>
            </a:r>
            <a:endParaRPr lang="en-US" sz="1300" dirty="0"/>
          </a:p>
        </p:txBody>
      </p:sp>
      <p:sp>
        <p:nvSpPr>
          <p:cNvPr id="26" name="Text 20"/>
          <p:cNvSpPr txBox="1"/>
          <p:nvPr/>
        </p:nvSpPr>
        <p:spPr>
          <a:xfrm>
            <a:off x="9217152" y="3035808"/>
            <a:ext cx="23134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apresenta ajusta e aprova</a:t>
            </a:r>
            <a:endParaRPr lang="en-US" sz="1050" dirty="0"/>
          </a:p>
        </p:txBody>
      </p:sp>
      <p:sp>
        <p:nvSpPr>
          <p:cNvPr id="27" name="Text 21"/>
          <p:cNvSpPr txBox="1"/>
          <p:nvPr/>
        </p:nvSpPr>
        <p:spPr>
          <a:xfrm>
            <a:off x="548640" y="4114800"/>
            <a:ext cx="11091672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Pessoas: escrevem o roteiro e rodam um comando.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Agentes: usam a skill diretamente.</a:t>
            </a:r>
            <a:endParaRPr lang="en-US" sz="1500" dirty="0"/>
          </a:p>
          <a:p>
            <a:pPr lvl="1" marL="4572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Pelo roteiro em JSON, ou pela biblioteca em JavaScript para layouts sob medida.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4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fica o resultado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6012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1E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slide gerado a partir de cinco linhas de roteiro.</a:t>
            </a:r>
            <a:endParaRPr lang="en-US" sz="1600" dirty="0"/>
          </a:p>
        </p:txBody>
      </p:sp>
      <p:pic>
        <p:nvPicPr>
          <p:cNvPr id="4" name="Image 0" descr="Slide gerado pelo bloco compa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182135"/>
            <a:ext cx="5899252" cy="331669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2182135"/>
            <a:ext cx="5899252" cy="3316690"/>
          </a:xfrm>
          <a:prstGeom prst="rect">
            <a:avLst/>
          </a:prstGeom>
          <a:ln w="9525">
            <a:solidFill>
              <a:srgbClr val="DDE6D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5571977"/>
            <a:ext cx="58992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gerado pelo bloco compare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6813652" y="1737360"/>
            <a:ext cx="482666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0F4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texto ao slide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roteiro diz apenas o título, a mensagem e as linhas da comparação.</a:t>
            </a:r>
            <a:endParaRPr lang="en-US" sz="12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Cores e fontes vêm dos tokens</a:t>
            </a:r>
            <a:endParaRPr lang="en-US" sz="12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Ícones e setas são posicionados pelo bloco</a:t>
            </a:r>
            <a:endParaRPr lang="en-US" sz="12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arquivo continua editável no PowerPoint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01168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Blocos</a:t>
            </a: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6118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D5E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dá para montar com o roteiro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9509760" y="2468880"/>
            <a:ext cx="1463040" cy="1463040"/>
          </a:xfrm>
          <a:prstGeom prst="ellipse">
            <a:avLst/>
          </a:prstGeom>
          <a:solidFill>
            <a:srgbClr val="3FA535"/>
          </a:solidFill>
          <a:ln w="12700">
            <a:solidFill>
              <a:srgbClr val="3FA535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90150" y="2849270"/>
            <a:ext cx="702259" cy="70225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4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Blocos disponíveis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6012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1E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São 17 blocos; cada slide de conteúdo combina um ou mais, empilhados ou em colunas.</a:t>
            </a:r>
            <a:endParaRPr lang="en-US" sz="1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9167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714232"/>
              </a:tblGrid>
              <a:tr h="3675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D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D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Quando usar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D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D2A"/>
                    </a:solidFill>
                  </a:tcPr>
                </a:tc>
              </a:tr>
              <a:tr h="3675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4D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cards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D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 2 a 8 ideias paralelas, com ícone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D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6"/>
                    </a:solidFill>
                  </a:tcPr>
                </a:tc>
              </a:tr>
              <a:tr h="3675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4D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iconList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D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Uma lista de 3 a 6 itens com explicação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D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75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4D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D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Antes e depois, ou duas visões lado a lado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D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6"/>
                    </a:solidFill>
                  </a:tcPr>
                </a:tc>
              </a:tr>
              <a:tr h="3675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4D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steps / timeline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D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Processo em etapas, ou fases e ondas de um plano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D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75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4D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kpis / chart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D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Números de destaque e gráficos nativos do PowerPoint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D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6"/>
                    </a:solidFill>
                  </a:tcPr>
                </a:tc>
              </a:tr>
              <a:tr h="3675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4D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callout / quote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D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Uma conclusão em destaque, ou uma frase de impacto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D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75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4D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agenda / imageText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D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Roteiro do deck, ou uma imagem com explicação ao lado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D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6"/>
                    </a:solidFill>
                  </a:tcPr>
                </a:tc>
              </a:tr>
              <a:tr h="3675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4D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hub / diagram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D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Um sistema e o que se conecta a ele, ou caixas e setas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D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75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4D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matrix / status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D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Priorização 2×2, ou acompanhamento com farol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D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6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641848"/>
            <a:ext cx="11091672" cy="621792"/>
          </a:xfrm>
          <a:prstGeom prst="roundRect">
            <a:avLst>
              <a:gd name="adj" fmla="val 11765"/>
            </a:avLst>
          </a:prstGeom>
          <a:solidFill>
            <a:srgbClr val="EEF5EC"/>
          </a:solidFill>
          <a:ln w="12700">
            <a:solidFill>
              <a:srgbClr val="EEF5E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788152"/>
            <a:ext cx="329184" cy="32918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335024" y="5641848"/>
            <a:ext cx="101224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4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bloco aceita uma área, então dois blocos podem dividir o mesmo slide.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4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Composição em colunas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6012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1E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Dois blocos lado a lado: uma lista e um gráfico nativo, editável no PowerPoint.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12064" cy="512064"/>
          </a:xfrm>
          <a:prstGeom prst="ellipse">
            <a:avLst/>
          </a:prstGeom>
          <a:solidFill>
            <a:srgbClr val="0F4D2A"/>
          </a:solidFill>
          <a:ln w="12700">
            <a:solidFill>
              <a:srgbClr val="0F4D2A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777" y="1870497"/>
            <a:ext cx="245791" cy="24579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89304" y="1719072"/>
            <a:ext cx="4176314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4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mensagem por slide.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48640" y="2697480"/>
            <a:ext cx="512064" cy="512064"/>
          </a:xfrm>
          <a:prstGeom prst="ellipse">
            <a:avLst/>
          </a:prstGeom>
          <a:solidFill>
            <a:srgbClr val="0F4D2A"/>
          </a:solidFill>
          <a:ln w="12700">
            <a:solidFill>
              <a:srgbClr val="0F4D2A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777" y="2830617"/>
            <a:ext cx="245791" cy="245791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89304" y="2679192"/>
            <a:ext cx="4176314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4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Pouco texto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Frases curtas; o detalhe vai nas notas.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548640" y="3657600"/>
            <a:ext cx="512064" cy="512064"/>
          </a:xfrm>
          <a:prstGeom prst="ellipse">
            <a:avLst/>
          </a:prstGeom>
          <a:solidFill>
            <a:srgbClr val="0F4D2A"/>
          </a:solidFill>
          <a:ln w="12700">
            <a:solidFill>
              <a:srgbClr val="0F4D2A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777" y="3790737"/>
            <a:ext cx="245791" cy="245791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289304" y="3639312"/>
            <a:ext cx="4176314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4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nativos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Gráficos editáveis, não imagens.</a:t>
            </a:r>
            <a:endParaRPr lang="en-US" sz="12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5739938" y="1737360"/>
          <a:ext cx="5900374" cy="4526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4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Números do piloto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6012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1E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de bloco kpis, com valores ilustrativos.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44824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DE6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37360"/>
            <a:ext cx="82296" cy="2377440"/>
          </a:xfrm>
          <a:prstGeom prst="rect">
            <a:avLst/>
          </a:prstGeom>
          <a:solidFill>
            <a:srgbClr val="3FA535"/>
          </a:solidFill>
          <a:ln w="12700">
            <a:solidFill>
              <a:srgbClr val="3FA53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920240"/>
            <a:ext cx="31333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FA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834640"/>
            <a:ext cx="31333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4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arquivo de marca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246120"/>
            <a:ext cx="31333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Paleta, fontes, rodapé e logo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22064" y="1737360"/>
            <a:ext cx="3544824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DE6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22064" y="1737360"/>
            <a:ext cx="82296" cy="2377440"/>
          </a:xfrm>
          <a:prstGeom prst="rect">
            <a:avLst/>
          </a:prstGeom>
          <a:solidFill>
            <a:srgbClr val="3FA535"/>
          </a:solidFill>
          <a:ln w="12700">
            <a:solidFill>
              <a:srgbClr val="3FA53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96384" y="1920240"/>
            <a:ext cx="31333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FA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4596384" y="2834640"/>
            <a:ext cx="31333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4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bloco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596384" y="3246120"/>
            <a:ext cx="31333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Combináveis em qualquer slide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95488" y="1737360"/>
            <a:ext cx="3544824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DE6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95488" y="1737360"/>
            <a:ext cx="82296" cy="2377440"/>
          </a:xfrm>
          <a:prstGeom prst="rect">
            <a:avLst/>
          </a:prstGeom>
          <a:solidFill>
            <a:srgbClr val="3FA535"/>
          </a:solidFill>
          <a:ln w="12700">
            <a:solidFill>
              <a:srgbClr val="3FA53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69808" y="1920240"/>
            <a:ext cx="31333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FA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</a:t>
            </a:r>
            <a:endParaRPr lang="en-US" sz="4000" dirty="0"/>
          </a:p>
        </p:txBody>
      </p:sp>
      <p:sp>
        <p:nvSpPr>
          <p:cNvPr id="17" name="Text 15"/>
          <p:cNvSpPr txBox="1"/>
          <p:nvPr/>
        </p:nvSpPr>
        <p:spPr>
          <a:xfrm>
            <a:off x="8369808" y="2834640"/>
            <a:ext cx="31333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4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gerar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369808" y="3246120"/>
            <a:ext cx="31333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roteiro ao .pptx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5641848"/>
            <a:ext cx="11091672" cy="621792"/>
          </a:xfrm>
          <a:prstGeom prst="roundRect">
            <a:avLst>
              <a:gd name="adj" fmla="val 11765"/>
            </a:avLst>
          </a:prstGeom>
          <a:solidFill>
            <a:srgbClr val="FFF4D6"/>
          </a:solidFill>
          <a:ln w="12700">
            <a:solidFill>
              <a:srgbClr val="FFF4D6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788152"/>
            <a:ext cx="329184" cy="329184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1335024" y="5641848"/>
            <a:ext cx="101224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4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números deste slide são ilustrativos.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01168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Adoção</a:t>
            </a: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6118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D5E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levar o padrão para o dia a dia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9509760" y="2468880"/>
            <a:ext cx="1463040" cy="1463040"/>
          </a:xfrm>
          <a:prstGeom prst="ellipse">
            <a:avLst/>
          </a:prstGeom>
          <a:solidFill>
            <a:srgbClr val="3FA535"/>
          </a:solidFill>
          <a:ln w="12700">
            <a:solidFill>
              <a:srgbClr val="3FA535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90150" y="2849270"/>
            <a:ext cx="702259" cy="702259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4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começar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6012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1E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Priorizamos os decks frequentes que hoje dão mais trabalho para montar.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960120" y="1737360"/>
            <a:ext cx="5285232" cy="2025396"/>
          </a:xfrm>
          <a:prstGeom prst="roundRect">
            <a:avLst>
              <a:gd name="adj" fmla="val 3612"/>
            </a:avLst>
          </a:prstGeom>
          <a:solidFill>
            <a:srgbClr val="EEF5EC"/>
          </a:solidFill>
          <a:ln w="12700">
            <a:solidFill>
              <a:srgbClr val="EEF5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61288" y="1901952"/>
            <a:ext cx="4882896" cy="1696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4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Avaliar</a:t>
            </a:r>
            <a:endParaRPr lang="en-US" sz="1200" dirty="0"/>
          </a:p>
          <a:p>
            <a:pPr indent="0" marL="0">
              <a:buNone/>
            </a:pPr>
            <a:r>
              <a:rPr lang="en-US" sz="115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Decks raros e trabalhosos: usar a biblioteca para layouts sob medida.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355080" y="1737360"/>
            <a:ext cx="5285232" cy="2025396"/>
          </a:xfrm>
          <a:prstGeom prst="roundRect">
            <a:avLst>
              <a:gd name="adj" fmla="val 3612"/>
            </a:avLst>
          </a:prstGeom>
          <a:solidFill>
            <a:srgbClr val="0F4D2A"/>
          </a:solidFill>
          <a:ln w="12700">
            <a:solidFill>
              <a:srgbClr val="0F4D2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56248" y="1901952"/>
            <a:ext cx="4882896" cy="1696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Começar aqui</a:t>
            </a:r>
            <a:endParaRPr lang="en-US" sz="120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Decks frequentes e trabalhosos: maior ganho com o roteiro.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60120" y="3872484"/>
            <a:ext cx="5285232" cy="2025396"/>
          </a:xfrm>
          <a:prstGeom prst="roundRect">
            <a:avLst>
              <a:gd name="adj" fmla="val 3612"/>
            </a:avLst>
          </a:prstGeom>
          <a:solidFill>
            <a:srgbClr val="EEF5EC"/>
          </a:solidFill>
          <a:ln w="12700">
            <a:solidFill>
              <a:srgbClr val="EEF5E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161288" y="4037076"/>
            <a:ext cx="4882896" cy="1696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4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Deixar como está</a:t>
            </a:r>
            <a:endParaRPr lang="en-US" sz="1200" dirty="0"/>
          </a:p>
          <a:p>
            <a:pPr indent="0" marL="0">
              <a:buNone/>
            </a:pPr>
            <a:r>
              <a:rPr lang="en-US" sz="115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Pouco uso e pouco esforço.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55080" y="3872484"/>
            <a:ext cx="5285232" cy="2025396"/>
          </a:xfrm>
          <a:prstGeom prst="roundRect">
            <a:avLst>
              <a:gd name="adj" fmla="val 3612"/>
            </a:avLst>
          </a:prstGeom>
          <a:solidFill>
            <a:srgbClr val="EEF5EC"/>
          </a:solidFill>
          <a:ln w="12700">
            <a:solidFill>
              <a:srgbClr val="EEF5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56248" y="4037076"/>
            <a:ext cx="4882896" cy="1696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4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Ganho rápido</a:t>
            </a:r>
            <a:endParaRPr lang="en-US" sz="1200" dirty="0"/>
          </a:p>
          <a:p>
            <a:pPr indent="0" marL="0">
              <a:buNone/>
            </a:pPr>
            <a:r>
              <a:rPr lang="en-US" sz="115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Decks frequentes e simples: um roteiro curto resolve.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60120" y="5971032"/>
            <a:ext cx="10680192" cy="0"/>
          </a:xfrm>
          <a:prstGeom prst="line">
            <a:avLst/>
          </a:prstGeom>
          <a:noFill/>
          <a:ln w="15875">
            <a:solidFill>
              <a:srgbClr val="6B7A72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 flipV="1">
            <a:off x="868680" y="1737360"/>
            <a:ext cx="0" cy="4160520"/>
          </a:xfrm>
          <a:prstGeom prst="line">
            <a:avLst/>
          </a:prstGeom>
          <a:noFill/>
          <a:ln w="15875">
            <a:solidFill>
              <a:srgbClr val="6B7A72"/>
            </a:solidFill>
            <a:prstDash val="solid"/>
            <a:tailEnd type="triangle"/>
          </a:ln>
        </p:spPr>
      </p:sp>
      <p:sp>
        <p:nvSpPr>
          <p:cNvPr id="14" name="Text 12"/>
          <p:cNvSpPr txBox="1"/>
          <p:nvPr/>
        </p:nvSpPr>
        <p:spPr>
          <a:xfrm>
            <a:off x="960120" y="600760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rara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9811512" y="600760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frequente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471416" y="600760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1E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FREQUÊNCIA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 rot="16200000">
            <a:off x="-320040" y="493776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baixo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 rot="16200000">
            <a:off x="-320040" y="251460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 rot="16200000">
            <a:off x="-1143000" y="369874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1E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ESFORÇO PARA MONTAR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937699" y="4549140"/>
            <a:ext cx="201168" cy="201168"/>
          </a:xfrm>
          <a:prstGeom prst="ellipse">
            <a:avLst/>
          </a:prstGeom>
          <a:solidFill>
            <a:srgbClr val="F2A9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184587" y="45217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semanal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335670" y="2468880"/>
            <a:ext cx="201168" cy="201168"/>
          </a:xfrm>
          <a:prstGeom prst="ellipse">
            <a:avLst/>
          </a:prstGeom>
          <a:solidFill>
            <a:srgbClr val="F2A9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582558" y="244144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Apresentação executiva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529584" y="2676906"/>
            <a:ext cx="201168" cy="201168"/>
          </a:xfrm>
          <a:prstGeom prst="ellipse">
            <a:avLst/>
          </a:prstGeom>
          <a:solidFill>
            <a:srgbClr val="F2A9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776472" y="264947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Treinamento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4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adoção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6012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1E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Começamos pelo template oficial e expandimos por áreas.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35758" cy="4526280"/>
          </a:xfrm>
          <a:prstGeom prst="roundRect">
            <a:avLst>
              <a:gd name="adj" fmla="val 2775"/>
            </a:avLst>
          </a:prstGeom>
          <a:solidFill>
            <a:srgbClr val="0F4D2A"/>
          </a:solidFill>
          <a:ln w="12700">
            <a:solidFill>
              <a:srgbClr val="0F4D2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1874520"/>
            <a:ext cx="22699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CC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148840"/>
            <a:ext cx="22699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oficial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834640"/>
            <a:ext cx="2269998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Receber o .potx da marca e atualizar o arquivo de tokens.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67278" y="2011680"/>
            <a:ext cx="2635758" cy="4251960"/>
          </a:xfrm>
          <a:prstGeom prst="roundRect">
            <a:avLst>
              <a:gd name="adj" fmla="val 2775"/>
            </a:avLst>
          </a:prstGeom>
          <a:solidFill>
            <a:srgbClr val="EEF5EC"/>
          </a:solidFill>
          <a:ln w="12700">
            <a:solidFill>
              <a:srgbClr val="EEF5E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50158" y="2148840"/>
            <a:ext cx="22699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550158" y="2423160"/>
            <a:ext cx="22699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4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Piloto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550158" y="3108960"/>
            <a:ext cx="2269998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Duas áreas geram as suas apresentações pela skill.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85916" y="2286000"/>
            <a:ext cx="2635758" cy="3977640"/>
          </a:xfrm>
          <a:prstGeom prst="roundRect">
            <a:avLst>
              <a:gd name="adj" fmla="val 2775"/>
            </a:avLst>
          </a:prstGeom>
          <a:solidFill>
            <a:srgbClr val="EEF5EC"/>
          </a:solidFill>
          <a:ln w="12700">
            <a:solidFill>
              <a:srgbClr val="EEF5E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68796" y="2423160"/>
            <a:ext cx="22699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368796" y="2697480"/>
            <a:ext cx="22699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4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Distribuição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368796" y="3383280"/>
            <a:ext cx="226999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publicada para agentes e pessoas do time.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004554" y="2560320"/>
            <a:ext cx="2635758" cy="3703320"/>
          </a:xfrm>
          <a:prstGeom prst="roundRect">
            <a:avLst>
              <a:gd name="adj" fmla="val 2775"/>
            </a:avLst>
          </a:prstGeom>
          <a:solidFill>
            <a:srgbClr val="EEF5EC"/>
          </a:solidFill>
          <a:ln w="12700">
            <a:solidFill>
              <a:srgbClr val="EEF5E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187434" y="2697480"/>
            <a:ext cx="22699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4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9187434" y="2971800"/>
            <a:ext cx="22699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4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Evolução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9187434" y="3657600"/>
            <a:ext cx="226999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Novos blocos conforme a demanda, sempre versionados.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4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Acompanhamento da adoção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6012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1E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de bloco status, com dados ilustrativos.</a:t>
            </a:r>
            <a:endParaRPr lang="en-US" sz="16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91672" cy="914400"/>
        </p:xfrm>
        <a:graphic>
          <a:graphicData uri="http://schemas.openxmlformats.org/drawingml/2006/table">
            <a:tbl>
              <a:tblPr/>
              <a:tblGrid>
                <a:gridCol w="2883835"/>
                <a:gridCol w="1552834"/>
                <a:gridCol w="1774668"/>
                <a:gridCol w="1220084"/>
                <a:gridCol w="3660252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D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D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Responsável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D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Prazo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D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Observação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D2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4D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Tokens da marca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6B7A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Concluído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B7A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Paleta e fontes validadas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6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4D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Blocos de diagrama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FA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prazo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Engenharia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B7A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hub e diagram no 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4D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Logo nos layouts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2A9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Atenção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B7A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Aguardando arquivos em PNG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6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4D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Uso pelos agentes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C838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 risco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Plataforma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B7A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Falta liberar o terminal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4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frase de impacto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914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b="1" dirty="0">
                <a:solidFill>
                  <a:srgbClr val="D5E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</a:t>
            </a:r>
            <a:endParaRPr lang="en-US" sz="96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1691640"/>
            <a:ext cx="9445752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F4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identidade visual é responsabilidade do padrão; o conteúdo é responsabilidade de quem apresenta.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5532120"/>
            <a:ext cx="9445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Princípio do padrão de apresentações</a:t>
            </a:r>
            <a:endParaRPr lang="en-US" sz="1400" dirty="0"/>
          </a:p>
        </p:txBody>
      </p:sp>
      <p:sp>
        <p:nvSpPr>
          <p:cNvPr id="6" name="Text 0"/>
          <p:cNvSpPr/>
          <p:nvPr>
            <p:ph idx="101" type="body" hasCustomPrompt="1"/>
          </p:nvPr>
        </p:nvSpPr>
        <p:spPr>
          <a:xfrm>
            <a:off x="548640" y="96012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01168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</a:t>
            </a: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6118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D5E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Dúvidas e sugestões de novos blocos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5852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CC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Sua área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692640" y="2194560"/>
            <a:ext cx="2011680" cy="2011680"/>
          </a:xfrm>
          <a:prstGeom prst="ellipse">
            <a:avLst/>
          </a:prstGeom>
          <a:solidFill>
            <a:srgbClr val="3FA535"/>
          </a:solidFill>
          <a:ln w="12700">
            <a:solidFill>
              <a:srgbClr val="3FA535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Marca de exemplo">
  <a:themeElements>
    <a:clrScheme name="Marca de exemplo">
      <a:dk1>
        <a:srgbClr val="1B2A22"/>
      </a:dk1>
      <a:lt1>
        <a:srgbClr val="FFFFFF"/>
      </a:lt1>
      <a:dk2>
        <a:srgbClr val="0F4D2A"/>
      </a:dk2>
      <a:lt2>
        <a:srgbClr val="EEF5EC"/>
      </a:lt2>
      <a:accent1>
        <a:srgbClr val="3FA535"/>
      </a:accent1>
      <a:accent2>
        <a:srgbClr val="8CC63F"/>
      </a:accent2>
      <a:accent3>
        <a:srgbClr val="F2A900"/>
      </a:accent3>
      <a:accent4>
        <a:srgbClr val="1E6B52"/>
      </a:accent4>
      <a:accent5>
        <a:srgbClr val="6B7A72"/>
      </a:accent5>
      <a:accent6>
        <a:srgbClr val="D5E8CF"/>
      </a:accent6>
      <a:hlink>
        <a:srgbClr val="1E6B52"/>
      </a:hlink>
      <a:folHlink>
        <a:srgbClr val="6B7A72"/>
      </a:folHlink>
    </a:clrScheme>
    <a:fontScheme name="Marca de exemplo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Marca de exemplo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Apresentações com identidade visual padrão</dc:title>
  <dc:subject>PptxGenJS Presentation</dc:subject>
  <dc:creator>Sua área</dc:creator>
  <cp:lastModifiedBy>Sua área</cp:lastModifiedBy>
  <cp:revision>1</cp:revision>
  <dcterms:created xsi:type="dcterms:W3CDTF">2026-10-05T18:20:00Z</dcterms:created>
  <dcterms:modified xsi:type="dcterms:W3CDTF">2026-10-05T18:20:00Z</dcterms:modified>
</cp:coreProperties>
</file>